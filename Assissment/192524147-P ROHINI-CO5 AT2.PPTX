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8" r:id="rId1"/>
  </p:sldMasterIdLst>
  <p:sldIdLst>
    <p:sldId id="256" r:id="rId2"/>
    <p:sldId id="262" r:id="rId3"/>
    <p:sldId id="260" r:id="rId4"/>
    <p:sldId id="257" r:id="rId5"/>
    <p:sldId id="266" r:id="rId6"/>
    <p:sldId id="261" r:id="rId7"/>
    <p:sldId id="264" r:id="rId8"/>
    <p:sldId id="265" r:id="rId9"/>
    <p:sldId id="267" r:id="rId10"/>
    <p:sldId id="269" r:id="rId11"/>
    <p:sldId id="271" r:id="rId12"/>
    <p:sldId id="270" r:id="rId13"/>
    <p:sldId id="26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3D5C07-A512-407D-BF3A-1470488777FF}" v="25" dt="2026-03-12T14:17:33.178"/>
    <p1510:client id="{D7A5A0D5-C501-4FF7-9127-4CF4EF2B23C6}" v="14" dt="2026-03-12T17:41:56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779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652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493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26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738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054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31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283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1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664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29E5D2-5A90-4F66-B965-246F825B0AAB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B36C38-30A4-4177-93C0-DECEAC0C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920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9" r:id="rId1"/>
    <p:sldLayoutId id="2147484180" r:id="rId2"/>
    <p:sldLayoutId id="2147484181" r:id="rId3"/>
    <p:sldLayoutId id="2147484182" r:id="rId4"/>
    <p:sldLayoutId id="2147484183" r:id="rId5"/>
    <p:sldLayoutId id="2147484184" r:id="rId6"/>
    <p:sldLayoutId id="2147484185" r:id="rId7"/>
    <p:sldLayoutId id="2147484186" r:id="rId8"/>
    <p:sldLayoutId id="2147484187" r:id="rId9"/>
    <p:sldLayoutId id="2147484188" r:id="rId10"/>
    <p:sldLayoutId id="21474841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1149" y="1775790"/>
            <a:ext cx="9700590" cy="1563758"/>
          </a:xfrm>
        </p:spPr>
        <p:txBody>
          <a:bodyPr>
            <a:no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 AND SMART WEARABLE DEVICES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636103" y="3591339"/>
            <a:ext cx="10694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CSA1007  – Software Engineering</a:t>
            </a:r>
          </a:p>
        </p:txBody>
      </p:sp>
      <p:sp>
        <p:nvSpPr>
          <p:cNvPr id="5" name="TextBox 4"/>
          <p:cNvSpPr txBox="1"/>
          <p:nvPr/>
        </p:nvSpPr>
        <p:spPr>
          <a:xfrm flipH="1">
            <a:off x="6824870" y="4850296"/>
            <a:ext cx="51815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PRESENETD BY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P. ROHINI(192524147)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772" y="703715"/>
            <a:ext cx="9405258" cy="835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53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950909" cy="715617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EMERGING TECHNOLOGY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404730" y="1595230"/>
            <a:ext cx="9223512" cy="4442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refers to electronic devices that can be worn on the body and perform computing, sensing, communication, or monitoring functions.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Wearable Devices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wearable devices connected with sensors, processors, software, and wireless networks.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bands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glasses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rings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clothing 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Health-monitoring devices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784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304801"/>
            <a:ext cx="9977414" cy="874642"/>
          </a:xfrm>
        </p:spPr>
        <p:txBody>
          <a:bodyPr>
            <a:no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AND MOTIVATION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331844" y="1333773"/>
            <a:ext cx="9528312" cy="5722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 reasons for developing wearable technology are: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monitoring of health and activities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access to information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 and communication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and wellness tracking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safety and emergency monitoring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operation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user experiences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healthcare and elderly people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technology portable, convenient, personalized, and available anytime.</a:t>
            </a:r>
          </a:p>
          <a:p>
            <a:pPr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05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657" y="202270"/>
            <a:ext cx="10278640" cy="72887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 / ARCHITECTURE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94690D-D03D-E9AF-B9BD-6256C5E5FB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657" y="1155032"/>
            <a:ext cx="10686143" cy="5021931"/>
          </a:xfrm>
        </p:spPr>
        <p:txBody>
          <a:bodyPr>
            <a:normAutofit fontScale="92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wearable generally works through the following process: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→ Data Processing → Communication → Cloud/Mobile App → 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collect information from the user or environment.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processor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collected data.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technology transfers data to a smartphone or cloud.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displays useful information.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device provides alerts, notifications, or recommendations. 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User/Environment → Sensors → Processor → Wireless Communication → Mobile/Cloud → User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286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AND TECHNOLOGIES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Heart-rate, temperature, motion, GPS, SpO₂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Performs calculations and controls the device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power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information and notifications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collected data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Connectivity: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Bluetooth, Wi-Fi, NFC, cellular </a:t>
            </a:r>
          </a:p>
          <a:p>
            <a:pPr lvl="0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Software: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Controls applications and device functions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CB105-DFF3-1074-960C-7187843C92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(ML)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Low Energy (BLE)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sensor technology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69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/ REAL-WORLD USE CASES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D71374-3EC9-C14E-991F-D5B8E50A565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Heart-rate monitoring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and sleep tracking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Remote patient monitoring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and Sports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counting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Workout tracking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monitoring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Calls and notifications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Messaging 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9C30C4-1D03-86E6-ADB9-0FBE42FD9D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Navigation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GPS-based location tracking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 guidance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alerts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 detection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sharing 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Areas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glasses for AR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clothing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worker monitoring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709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LIMITATIONS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ECE719-EBFE-42FC-DF0B-831265EE8B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Portable and convenient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information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operation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data collection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healthcare and fitness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connectivity with smartphones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65E9A4D-A906-28ED-982E-E37ADD68A0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Limitations</a:t>
            </a:r>
            <a:endParaRPr lang="en-IN" dirty="0"/>
          </a:p>
          <a:p>
            <a:pPr lvl="0"/>
            <a:r>
              <a:rPr lang="en-IN" dirty="0"/>
              <a:t>Limited battery life </a:t>
            </a:r>
          </a:p>
          <a:p>
            <a:pPr lvl="0"/>
            <a:r>
              <a:rPr lang="en-IN" dirty="0"/>
              <a:t>Small display size </a:t>
            </a:r>
          </a:p>
          <a:p>
            <a:pPr lvl="0"/>
            <a:r>
              <a:rPr lang="en-IN" dirty="0"/>
              <a:t>Privacy concerns </a:t>
            </a:r>
          </a:p>
          <a:p>
            <a:pPr lvl="0"/>
            <a:r>
              <a:rPr lang="en-IN" dirty="0"/>
              <a:t>Security risks </a:t>
            </a:r>
          </a:p>
          <a:p>
            <a:pPr lvl="0"/>
            <a:r>
              <a:rPr lang="en-IN" dirty="0"/>
              <a:t>Sensor accuracy can vary </a:t>
            </a:r>
          </a:p>
          <a:p>
            <a:pPr lvl="0"/>
            <a:r>
              <a:rPr lang="en-IN" dirty="0"/>
              <a:t>High-end devices can be expensive </a:t>
            </a:r>
          </a:p>
          <a:p>
            <a:pPr lvl="0"/>
            <a:r>
              <a:rPr lang="en-IN" dirty="0"/>
              <a:t>Dependence on wireless connectivity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1831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287" y="212035"/>
            <a:ext cx="11370365" cy="1646008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DEVELOPMENTS AND TRENDS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76739" y="1634016"/>
            <a:ext cx="10889974" cy="50119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trends in wearable computing include: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wearables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rings for health and activity tracking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health sensors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AI-enabled smart glasses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ECG and health monitoring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and electronic textiles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battery and energy efficiency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and cloud platforms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health insights using AI 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trend: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Wearables are moving from simple activity trackers toward intelligent personal assistants and continuous health-monitoring platforms.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7907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FUTURE SCOPE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84B88-CA57-35D3-5EBD-D89DAABF0F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and security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limitations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comfort and size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 accuracy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manufacturing cost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Compatibility between devices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Protection of personal data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CEE171-1FEF-A4C7-5EEE-17A53EA230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 and lighter devices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Longer-lasting batteries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accurate health sensors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personalized assistance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clothing with embedded sensors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AR glasses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smart homes and IoT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powerful healthcare applications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519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 / EXAMPLE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78BE3A-A19D-9DEC-97BF-280038FEE8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Smartwatch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smartwatch is one of the most widely used smart wearable devices.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Heart-rate monitoring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and activity tracking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monitoring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connectivity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Fitness tracking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Emergency/safety features on supported models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B076E5A-5E9D-9D6F-ADCD-190B1C9367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 → Processor → Bluetooth/Wi-Fi → Smartphone/Cloud → User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Smartwatches provide users with convenient access to fitness, communication, and health-related information in a single wearable device.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36896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597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83108" y="1928853"/>
            <a:ext cx="10137913" cy="4351338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Wearable computing is an important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emerging technology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wearables combine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sensors, computing, connectivity, and software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are widely used in healthcare, fitness, communication, sports, and safety.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IoT are making wearable devices more intelligent.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Privacy, security, battery life, and accuracy remain important challenges. </a:t>
            </a:r>
          </a:p>
          <a:p>
            <a:pPr lvl="0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wearables are expected to become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smaller, smarter, more accurate, and more personalized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609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921" y="-238538"/>
            <a:ext cx="10515600" cy="132521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2564" y="1283369"/>
            <a:ext cx="10515600" cy="5037220"/>
          </a:xfrm>
        </p:spPr>
        <p:txBody>
          <a:bodyPr>
            <a:no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Mann, “Wearable Computing: A First Step Toward Personal Imaging,”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IEEE, 1997.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S. Seneviratne et al., “A Survey of Wearable Devices and Challenges,”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Surveys &amp; Tutorials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2017.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Patel et al., “Wearable Devices in Healthcare: The Role of Sensors and Wireless Communication,”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2012.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IEEE, “Wearable Technology and Smart Devices,” IEEE publications.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 Health Organization, “Digital Health and Digital Technologies.”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Institute of Standards and Technology (NIST), “Internet of Things and Cybersecurity.”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0875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80591" y="2756452"/>
            <a:ext cx="9607825" cy="3284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02686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1288</TotalTime>
  <Words>828</Words>
  <Application>Microsoft Office PowerPoint</Application>
  <PresentationFormat>Widescreen</PresentationFormat>
  <Paragraphs>154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Algerian</vt:lpstr>
      <vt:lpstr>Arial</vt:lpstr>
      <vt:lpstr>Calibri</vt:lpstr>
      <vt:lpstr>Calibri Light</vt:lpstr>
      <vt:lpstr>Times New Roman</vt:lpstr>
      <vt:lpstr>Wingdings</vt:lpstr>
      <vt:lpstr>Office Theme</vt:lpstr>
      <vt:lpstr>WEARABLE COMPUTING AND SMART WEARABLE DEVICES</vt:lpstr>
      <vt:lpstr>INTRODUCTION TO THE EMERGING TECHNOLOGY</vt:lpstr>
      <vt:lpstr>NEED AND MOTIVATION</vt:lpstr>
      <vt:lpstr>WORKING PRINCIPLE / ARCHITECTURE</vt:lpstr>
      <vt:lpstr>KEY COMPONENTS AND TECHNOLOGIES</vt:lpstr>
      <vt:lpstr>APPLICATIONS / REAL-WORLD USE CASES</vt:lpstr>
      <vt:lpstr>ADVANTAGES AND LIMITATIONS</vt:lpstr>
      <vt:lpstr>RECENT DEVELOPMENTS AND TRENDS</vt:lpstr>
      <vt:lpstr>CHALLENGES AND FUTURE SCOPE</vt:lpstr>
      <vt:lpstr>CASE STUDY / EXAMPLE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DIASTER EVACUATION ROUTE OPTIMIZER USING GRAPH ALOGRITHM</dc:title>
  <dc:creator>ADMIN</dc:creator>
  <cp:lastModifiedBy>rohinikavitha84@outlook.com</cp:lastModifiedBy>
  <cp:revision>62</cp:revision>
  <dcterms:created xsi:type="dcterms:W3CDTF">2026-03-11T14:41:00Z</dcterms:created>
  <dcterms:modified xsi:type="dcterms:W3CDTF">2026-08-29T06:14:36Z</dcterms:modified>
</cp:coreProperties>
</file>